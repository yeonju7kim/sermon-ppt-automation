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162" r:id="rId2"/>
    <p:sldId id="1186" r:id="rId3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EFEB"/>
    <a:srgbClr val="2AAF8C"/>
    <a:srgbClr val="05B05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99" autoAdjust="0"/>
    <p:restoredTop sz="96341"/>
  </p:normalViewPr>
  <p:slideViewPr>
    <p:cSldViewPr snapToGrid="0">
      <p:cViewPr varScale="1">
        <p:scale>
          <a:sx n="82" d="100"/>
          <a:sy n="82" d="100"/>
        </p:scale>
        <p:origin x="126" y="1854"/>
      </p:cViewPr>
      <p:guideLst/>
    </p:cSldViewPr>
  </p:slideViewPr>
  <p:outlineViewPr>
    <p:cViewPr>
      <p:scale>
        <a:sx n="33" d="100"/>
        <a:sy n="33" d="100"/>
      </p:scale>
      <p:origin x="0" y="-97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639FF-B3AA-4598-9C7F-4C1704E2AD2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9C264-1AAB-44BE-9AC1-1487415060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687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70839-C25C-FF47-98D9-4C5BBF31E615}" type="datetimeFigureOut">
              <a:rPr lang="en-KR" smtClean="0"/>
              <a:t>05/21/2026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EBF71-C1E6-7A4E-89BA-C58D0E11346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3036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6E4718-7B51-314D-9208-BD052FF2A61F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819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5BA46-B0EE-79EE-8BDC-8FDA5220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38EE63-7E11-5A3E-6B1E-52DD398D0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5954DA-BABB-5AA5-02D8-4CC380E0E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909E34-BC3E-C999-B769-925BA5161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6E4718-7B51-314D-9208-BD052FF2A61F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84245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5227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5395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7850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369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0772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8021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91315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7626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670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5052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73771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62654-A7B6-4F4F-964B-C640FC4633DB}" type="datetimeFigureOut">
              <a:rPr kumimoji="1" lang="ko-Kore-KR" altLang="en-US" smtClean="0"/>
              <a:t>05/21/2026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DE436-F275-B24E-B1B5-2DB748D9236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96839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EA5D850-D926-E542-BE61-42F4EFF57E87}"/>
              </a:ext>
            </a:extLst>
          </p:cNvPr>
          <p:cNvSpPr txBox="1">
            <a:spLocks/>
          </p:cNvSpPr>
          <p:nvPr/>
        </p:nvSpPr>
        <p:spPr>
          <a:xfrm>
            <a:off x="1040525" y="2175357"/>
            <a:ext cx="10110950" cy="25072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None/>
              <a:defRPr/>
            </a:pPr>
            <a:r>
              <a:rPr lang="en-US" altLang="ko-KR" sz="4000" b="1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34" charset="-127"/>
              </a:rPr>
              <a:t>English Title</a:t>
            </a:r>
            <a:br>
              <a:rPr lang="en-US" altLang="ko-KR" sz="4000" b="1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34" charset="-127"/>
              </a:rPr>
            </a:br>
            <a:r>
              <a:rPr lang="en-US" altLang="ko-KR" sz="3200" b="1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34" charset="-127"/>
              </a:rPr>
              <a:t>(Book Ch:Vs)</a:t>
            </a:r>
            <a:endParaRPr lang="en-US" altLang="ko-KR" sz="4000" b="1" dirty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34" charset="-127"/>
            </a:endParaRPr>
          </a:p>
          <a:p>
            <a:pPr marL="0" indent="0" algn="ctr" latinLnBrk="0">
              <a:buNone/>
              <a:defRPr/>
            </a:pPr>
            <a:r>
              <a:rPr lang="ko-KR" altLang="en-US" sz="3600" spc="-15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34" charset="-127"/>
              </a:rPr>
              <a:t>한글 제목</a:t>
            </a:r>
            <a:endParaRPr lang="en-US" altLang="ko-KR" sz="3600" spc="-150" dirty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34" charset="-127"/>
            </a:endParaRPr>
          </a:p>
          <a:p>
            <a:pPr marL="0" indent="0" algn="ctr" latinLnBrk="0">
              <a:buNone/>
              <a:defRPr/>
            </a:pPr>
            <a:r>
              <a:rPr lang="en-US" altLang="ko-KR" spc="-15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34" charset="-127"/>
              </a:rPr>
              <a:t>(책 장:절)</a:t>
            </a:r>
            <a:endParaRPr lang="ko-KR" altLang="en-US" sz="3600" spc="-150" dirty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752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FF880-B7BE-21C8-7E96-6C70FFA1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C4365A-25AE-DBDA-5243-96B1FC9B8230}"/>
              </a:ext>
            </a:extLst>
          </p:cNvPr>
          <p:cNvSpPr/>
          <p:nvPr/>
        </p:nvSpPr>
        <p:spPr>
          <a:xfrm>
            <a:off x="0" y="5124450"/>
            <a:ext cx="4076700" cy="1543050"/>
          </a:xfrm>
          <a:prstGeom prst="rect">
            <a:avLst/>
          </a:prstGeom>
          <a:solidFill>
            <a:srgbClr val="D5EFEB"/>
          </a:solidFill>
          <a:ln>
            <a:solidFill>
              <a:srgbClr val="D5EF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A20232-C092-D5CA-A0A3-59B0D0AED7D8}"/>
              </a:ext>
            </a:extLst>
          </p:cNvPr>
          <p:cNvSpPr txBox="1">
            <a:spLocks/>
          </p:cNvSpPr>
          <p:nvPr/>
        </p:nvSpPr>
        <p:spPr>
          <a:xfrm>
            <a:off x="278823" y="400050"/>
            <a:ext cx="11634354" cy="61056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  <a:defRPr/>
            </a:pPr>
            <a:r>
              <a:rPr lang="en-US" altLang="ko-KR" sz="3200" b="1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34" charset="-127"/>
              </a:rPr>
              <a:t>Book Chapter:Verse</a:t>
            </a: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lang="en-US" altLang="ko-KR" sz="3200" spc="-150" baseline="30000" dirty="0">
                <a:solidFill>
                  <a:sysClr val="windowText" lastClr="000000"/>
                </a:solidFill>
                <a:latin typeface="맑은 고딕" panose="020F0502020204030204"/>
              </a:rPr>
              <a:t>1 </a:t>
            </a:r>
            <a:r>
              <a:rPr lang="en-US" altLang="ko-KR" sz="3200" spc="-150" dirty="0">
                <a:solidFill>
                  <a:sysClr val="windowText" lastClr="000000"/>
                </a:solidFill>
                <a:latin typeface="맑은 고딕" panose="020F0502020204030204"/>
              </a:rPr>
              <a:t>English verse text placeholder.</a:t>
            </a:r>
          </a:p>
          <a:p>
            <a:pPr marL="0" indent="0" latinLnBrk="0">
              <a:lnSpc>
                <a:spcPct val="100000"/>
              </a:lnSpc>
              <a:buNone/>
              <a:defRPr/>
            </a:pPr>
            <a:endParaRPr lang="en-US" altLang="ko-KR" sz="3200" b="1" spc="-150" dirty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34" charset="-127"/>
            </a:endParaRP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lang="ko-KR" altLang="en-US" b="1" spc="-150" dirty="0">
                <a:solidFill>
                  <a:sysClr val="windowText" lastClr="000000"/>
                </a:solidFill>
                <a:latin typeface="맑은 고딕" panose="020F0502020204030204"/>
                <a:ea typeface="맑은 고딕" panose="020B0503020000020004" pitchFamily="34" charset="-127"/>
              </a:rPr>
              <a:t>책 장:절</a:t>
            </a:r>
            <a:endParaRPr lang="ko-KR" altLang="en-US" spc="-150" dirty="0">
              <a:solidFill>
                <a:sysClr val="windowText" lastClr="000000"/>
              </a:solidFill>
              <a:latin typeface="맑은 고딕" panose="020F0502020204030204"/>
              <a:ea typeface="맑은 고딕" panose="020B0503020000020004" pitchFamily="34" charset="-127"/>
            </a:endParaRPr>
          </a:p>
          <a:p>
            <a:pPr marL="0" indent="0" latinLnBrk="0">
              <a:lnSpc>
                <a:spcPct val="100000"/>
              </a:lnSpc>
              <a:buNone/>
              <a:defRPr/>
            </a:pPr>
            <a:r>
              <a:rPr lang="en-US" altLang="ko-KR" spc="-150" baseline="30000" dirty="0">
                <a:solidFill>
                  <a:sysClr val="windowText" lastClr="000000"/>
                </a:solidFill>
                <a:latin typeface="맑은 고딕" panose="020F0502020204030204"/>
              </a:rPr>
              <a:t>1</a:t>
            </a:r>
            <a:r>
              <a:rPr lang="en-US" altLang="ko-KR" spc="-150" dirty="0">
                <a:solidFill>
                  <a:sysClr val="windowText" lastClr="000000"/>
                </a:solidFill>
                <a:latin typeface="맑은 고딕" panose="020F0502020204030204"/>
              </a:rPr>
              <a:t> </a:t>
            </a:r>
            <a:r>
              <a:rPr lang="ko-KR" altLang="en-US" spc="-150" dirty="0">
                <a:solidFill>
                  <a:sysClr val="windowText" lastClr="000000"/>
                </a:solidFill>
                <a:latin typeface="맑은 고딕" panose="020F0502020204030204"/>
              </a:rPr>
              <a:t>본문 placeholder입니다.</a:t>
            </a:r>
          </a:p>
        </p:txBody>
      </p:sp>
    </p:spTree>
    <p:extLst>
      <p:ext uri="{BB962C8B-B14F-4D97-AF65-F5344CB8AC3E}">
        <p14:creationId xmlns:p14="http://schemas.microsoft.com/office/powerpoint/2010/main" val="718590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11823</TotalTime>
  <Words>519</Words>
  <Application>Microsoft Office PowerPoint</Application>
  <PresentationFormat>Widescreen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1_Office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김연주</cp:lastModifiedBy>
  <cp:revision>523</cp:revision>
  <cp:lastPrinted>2023-06-03T10:28:27Z</cp:lastPrinted>
  <dcterms:created xsi:type="dcterms:W3CDTF">2019-10-24T07:29:40Z</dcterms:created>
  <dcterms:modified xsi:type="dcterms:W3CDTF">2026-05-21T13:43:43Z</dcterms:modified>
</cp:coreProperties>
</file>